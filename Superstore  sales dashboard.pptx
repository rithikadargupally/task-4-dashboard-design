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4"/>
  </p:sldMasterIdLst>
  <p:notesMasterIdLst>
    <p:notesMasterId r:id="rId10"/>
  </p:notesMasterIdLst>
  <p:sldIdLst>
    <p:sldId id="280" r:id="rId5"/>
    <p:sldId id="281" r:id="rId6"/>
    <p:sldId id="282" r:id="rId7"/>
    <p:sldId id="283" r:id="rId8"/>
    <p:sldId id="28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222194A-D6DF-41C5-A08E-8BD985650693}">
          <p14:sldIdLst/>
        </p14:section>
        <p14:section name="Untitled Section" id="{5E41EF86-0BAD-455E-B42A-3A769C306290}">
          <p14:sldIdLst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91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431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980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20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319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507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92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18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EA15526-7079-4B7B-987C-1B5FAE11A0FF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5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9437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06734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120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94AB9E-BFED-5DF2-5BF8-7C2A2C7A2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742" y="1371879"/>
            <a:ext cx="10219111" cy="1214005"/>
          </a:xfrm>
        </p:spPr>
        <p:txBody>
          <a:bodyPr>
            <a:normAutofit/>
          </a:bodyPr>
          <a:lstStyle/>
          <a:p>
            <a:r>
              <a:rPr lang="en-US" sz="4800" dirty="0"/>
              <a:t>Superstore  sales dashboard         </a:t>
            </a:r>
            <a:endParaRPr lang="en-IN" sz="48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AFA93B9-EAD8-69A6-E800-B79B193E88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417780" y="3373684"/>
            <a:ext cx="3352649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4: Dashboard Design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Used: Power BI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Name: Dargupally Rithika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9660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FF88-35C4-F9E9-427E-D865C4755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925958"/>
          </a:xfrm>
        </p:spPr>
        <p:txBody>
          <a:bodyPr/>
          <a:lstStyle/>
          <a:p>
            <a:r>
              <a:rPr lang="en-US" dirty="0"/>
              <a:t>Objective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17B2B-9D5A-B30C-3FF8-49C89C84B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sz="2800" dirty="0"/>
              <a:t>To create an interactive sales dashboard </a:t>
            </a:r>
          </a:p>
          <a:p>
            <a:r>
              <a:rPr lang="en-IN" sz="2800" dirty="0"/>
              <a:t>To </a:t>
            </a:r>
            <a:r>
              <a:rPr lang="en-IN" sz="2800" dirty="0" err="1"/>
              <a:t>analyze</a:t>
            </a:r>
            <a:r>
              <a:rPr lang="en-IN" sz="2800" dirty="0"/>
              <a:t> business performance using KPIs </a:t>
            </a:r>
          </a:p>
          <a:p>
            <a:r>
              <a:rPr lang="en-IN" sz="2800" dirty="0"/>
              <a:t>To visualize sales trends and category performance </a:t>
            </a:r>
          </a:p>
          <a:p>
            <a:r>
              <a:rPr lang="en-IN" sz="2800" dirty="0"/>
              <a:t>To help stakeholders make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22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A2F84-E1B1-B1AC-E15A-9D0978E0A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1666895" y="477520"/>
            <a:ext cx="10282694" cy="926766"/>
          </a:xfrm>
        </p:spPr>
        <p:txBody>
          <a:bodyPr>
            <a:noAutofit/>
          </a:bodyPr>
          <a:lstStyle/>
          <a:p>
            <a:r>
              <a:rPr lang="en-US" sz="3600" dirty="0"/>
              <a:t>Dashboard overview </a:t>
            </a:r>
            <a:br>
              <a:rPr lang="en-US" sz="3600" dirty="0"/>
            </a:b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7C2CA9-9A31-4779-AFE8-036D69E55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9975" y="2016124"/>
            <a:ext cx="8259096" cy="2799714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9FA5F90-8391-35F0-553D-F3150222B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015" y="10009881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F3CD37E-2C9F-9524-C912-DF4850D1D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120" y="522224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Cards: Total Sales, Total Orders, Total Customers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Trend Over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by Category </a:t>
            </a:r>
          </a:p>
        </p:txBody>
      </p:sp>
    </p:spTree>
    <p:extLst>
      <p:ext uri="{BB962C8B-B14F-4D97-AF65-F5344CB8AC3E}">
        <p14:creationId xmlns:p14="http://schemas.microsoft.com/office/powerpoint/2010/main" val="1390181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E987-582D-1A26-5B39-BECBDE0FE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analysis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86724F-E5C4-032B-7467-8308F03ECB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4942" y="2016125"/>
            <a:ext cx="8180439" cy="298812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9BC500F-EFDC-D3F2-90DE-0C4C73FD0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853152"/>
            <a:ext cx="52019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comparison by Region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performance by Segment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 visuals </a:t>
            </a:r>
          </a:p>
        </p:txBody>
      </p:sp>
    </p:spTree>
    <p:extLst>
      <p:ext uri="{BB962C8B-B14F-4D97-AF65-F5344CB8AC3E}">
        <p14:creationId xmlns:p14="http://schemas.microsoft.com/office/powerpoint/2010/main" val="937497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BA8E-A974-FF19-AB77-4B6D24F0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6FDBF2-1BF8-F52B-A58B-AA2EF7D6F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IN" dirty="0"/>
              <a:t>ales performance can be tracked over time.</a:t>
            </a:r>
          </a:p>
          <a:p>
            <a:r>
              <a:rPr lang="en-IN" dirty="0"/>
              <a:t>Categories can be compared based on sales.</a:t>
            </a:r>
          </a:p>
          <a:p>
            <a:r>
              <a:rPr lang="en-IN" dirty="0"/>
              <a:t>Regions and segments help identify business performance.</a:t>
            </a:r>
          </a:p>
          <a:p>
            <a:r>
              <a:rPr lang="en-IN" dirty="0"/>
              <a:t>Interactive charts allow better analysis.</a:t>
            </a:r>
          </a:p>
        </p:txBody>
      </p:sp>
    </p:spTree>
    <p:extLst>
      <p:ext uri="{BB962C8B-B14F-4D97-AF65-F5344CB8AC3E}">
        <p14:creationId xmlns:p14="http://schemas.microsoft.com/office/powerpoint/2010/main" val="42027725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</TotalTime>
  <Words>111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Gill Sans MT</vt:lpstr>
      <vt:lpstr>Gallery</vt:lpstr>
      <vt:lpstr>Superstore  sales dashboard         </vt:lpstr>
      <vt:lpstr>Objective :</vt:lpstr>
      <vt:lpstr>Dashboard overview  </vt:lpstr>
      <vt:lpstr>Sales analysis</vt:lpstr>
      <vt:lpstr>Key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Rithika Dargupally</dc:creator>
  <cp:lastModifiedBy>Rithika Dargupally</cp:lastModifiedBy>
  <cp:revision>1</cp:revision>
  <dcterms:created xsi:type="dcterms:W3CDTF">2026-06-04T07:49:04Z</dcterms:created>
  <dcterms:modified xsi:type="dcterms:W3CDTF">2026-06-04T08:13:30Z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